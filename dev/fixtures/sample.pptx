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数値は必ず経理の確定値と照合すること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月次報告の作成手順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売上データを抽出する</a:t>
            </a:r>
          </a:p>
          <a:p>
            <a:r>
              <a:t>2. 前月比を計算する &amp; 確認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フロー図</a:t>
            </a:r>
          </a:p>
        </p:txBody>
      </p:sp>
      <p:pic>
        <p:nvPicPr>
          <p:cNvPr id="3" name="Picture 2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80000" cy="381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